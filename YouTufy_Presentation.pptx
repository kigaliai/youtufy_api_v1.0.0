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YouTufy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Your Personalized YouTube Dashboard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Google OAuth 2.0 • FastAPI • Netlify •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What is YouTufy?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A personalized dashboard for your YouTube subscriptions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Secure Google OAuth login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Clean analytics and channel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Google OAuth 2.0 authentication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Fetch YouTube subscriptions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Dashboard with analytics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Dockerized backend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JWT-secured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Frontend: Netlify static SPA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Backend: FastAPI on Ubuntu VM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Database: PostgreSQL + JSON storage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NGINX reverse proxy + SSL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Deployment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User → Netlify → FastAPI → Google OAuth → YouTube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Google OAuth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User clicks 'Continue with Google'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Redirect to Google Consent Screen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Backend exchanges auth code for tokens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JWT generated and returned to frontend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Subscriptions fetched securely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Backend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FastAPI (Python 3.11)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SQLAlchemy ORM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OAuthlib + google-auth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PostgreSQL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Docker + NGINX + SSL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Frontend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Netlify hosting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HTML + CSS + JS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OAuth redirect handling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Responsive dashboard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api/routes – FastAPI endpoints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backend – OAuth, DB, YouTube logic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templates – HTML templates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static – CSS, favicon, logo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users – JSON storage per user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Security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HTTPS enforced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JWT authentication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Refresh token handling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YouTube scope: youtube.readonly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Subscriptions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Channel title, thumbnail, stats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Latest upload date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Clean overview of all subscriptions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User logs in via Google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Backend retrieves subscriptions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Data stored in JSON per user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Dashboard fetches via JWT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Deployment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Frontend: https://www.youtufy.com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Backend: https://api.youtufy.com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DNS: youtufy.com → www.youtufy.com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AI-powered insights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Mobile app version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Channel growth tracking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Watch-history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0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800">
                <a:solidFill>
                  <a:srgbClr val="FFD700"/>
                </a:solidFill>
              </a:defRPr>
            </a:pPr>
            <a:r>
              <a:t>Questions?</a:t>
            </a:r>
          </a:p>
          <a:p>
            <a:pPr>
              <a:defRPr sz="2800">
                <a:solidFill>
                  <a:srgbClr val="FFD700"/>
                </a:solidFill>
              </a:defRPr>
            </a:pPr>
            <a:r>
              <a:t>YouTufy – Your Personalized YouTube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